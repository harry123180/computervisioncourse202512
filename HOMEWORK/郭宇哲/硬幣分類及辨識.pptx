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155163-9632-50D6-7461-45EF86410D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硬幣分類及辨識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8D1CD33-DA56-EE26-5E2D-73B407F544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2025/12/11 Day2</a:t>
            </a:r>
          </a:p>
          <a:p>
            <a:r>
              <a:rPr lang="zh-TW" altLang="en-US" dirty="0"/>
              <a:t>郭宇哲</a:t>
            </a:r>
          </a:p>
        </p:txBody>
      </p:sp>
    </p:spTree>
    <p:extLst>
      <p:ext uri="{BB962C8B-B14F-4D97-AF65-F5344CB8AC3E}">
        <p14:creationId xmlns:p14="http://schemas.microsoft.com/office/powerpoint/2010/main" val="316464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573E13-5A84-9A3C-5647-5941FA49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3C7A2B-C892-24AB-D14B-324C9504D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dirty="0"/>
              <a:t>核心目標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sz="2000" dirty="0"/>
              <a:t>開發一個能夠自動偵測圖片中的硬幣，並計算金額及辨識硬幣正反面。</a:t>
            </a:r>
            <a:endParaRPr lang="en-US" altLang="zh-TW" sz="2000" dirty="0"/>
          </a:p>
          <a:p>
            <a:r>
              <a:rPr lang="zh-TW" altLang="en-US" sz="2200" dirty="0"/>
              <a:t>流程規劃</a:t>
            </a:r>
            <a:r>
              <a:rPr lang="en-US" altLang="zh-TW" sz="2200" dirty="0"/>
              <a:t>:</a:t>
            </a:r>
          </a:p>
          <a:p>
            <a:pPr lvl="1"/>
            <a:r>
              <a:rPr lang="zh-TW" altLang="en-US" sz="2000" dirty="0"/>
              <a:t>讀取圖片</a:t>
            </a:r>
            <a:endParaRPr lang="en-US" altLang="zh-TW" sz="2000" dirty="0"/>
          </a:p>
          <a:p>
            <a:pPr lvl="1"/>
            <a:r>
              <a:rPr lang="zh-TW" altLang="en-US" sz="2000" dirty="0"/>
              <a:t>使用霍夫圓找出圖中硬幣位置及大小資訊</a:t>
            </a:r>
            <a:endParaRPr lang="en-US" altLang="zh-TW" sz="2000" dirty="0"/>
          </a:p>
          <a:p>
            <a:pPr lvl="1"/>
            <a:r>
              <a:rPr lang="zh-TW" altLang="en-US" sz="2000" dirty="0"/>
              <a:t>使用大小資訊進行分類並計算金額</a:t>
            </a:r>
            <a:endParaRPr lang="en-US" altLang="zh-TW" sz="2000" dirty="0"/>
          </a:p>
          <a:p>
            <a:pPr lvl="1"/>
            <a:r>
              <a:rPr lang="zh-TW" altLang="en-US" sz="2000" dirty="0"/>
              <a:t>透過位置框選出</a:t>
            </a:r>
            <a:r>
              <a:rPr lang="en-US" altLang="zh-TW" sz="2000" dirty="0"/>
              <a:t>ROI</a:t>
            </a:r>
            <a:r>
              <a:rPr lang="zh-TW" altLang="en-US" sz="2000" dirty="0"/>
              <a:t>分別進行硬幣正反面</a:t>
            </a:r>
            <a:r>
              <a:rPr lang="en-US" altLang="zh-TW" sz="2000" dirty="0"/>
              <a:t>AI</a:t>
            </a:r>
            <a:r>
              <a:rPr lang="zh-TW" altLang="en-US" sz="2000" dirty="0"/>
              <a:t>模型預測</a:t>
            </a:r>
            <a:endParaRPr lang="en-US" altLang="zh-TW" sz="2000" dirty="0"/>
          </a:p>
          <a:p>
            <a:pPr lvl="1"/>
            <a:r>
              <a:rPr lang="zh-TW" altLang="en-US" sz="2000" dirty="0"/>
              <a:t>顯示於最終結果上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73712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C0F247-DBB9-84A5-4A03-B1C93DCD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找圓方式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CD3ED4-AE85-E682-A18A-012534E2D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沿用昨天的程式進行修改，將霍夫找圓的結果進行分類，依直徑為基準，上下容許值為</a:t>
            </a:r>
            <a:r>
              <a:rPr lang="en-US" altLang="zh-TW" dirty="0"/>
              <a:t>20px</a:t>
            </a:r>
            <a:r>
              <a:rPr lang="zh-TW" altLang="en-US" dirty="0"/>
              <a:t>進行分類排序，把中間值設定成五元，小於中間值為一元，大於中間值為十元，分類完後，依照我給予的權重進行計算，可得到圖片中的總金額，並把每個圓的</a:t>
            </a:r>
            <a:r>
              <a:rPr lang="en-US" altLang="zh-TW" dirty="0"/>
              <a:t>ROI</a:t>
            </a:r>
            <a:r>
              <a:rPr lang="zh-TW" altLang="en-US" dirty="0"/>
              <a:t>框選出來。</a:t>
            </a:r>
          </a:p>
        </p:txBody>
      </p:sp>
    </p:spTree>
    <p:extLst>
      <p:ext uri="{BB962C8B-B14F-4D97-AF65-F5344CB8AC3E}">
        <p14:creationId xmlns:p14="http://schemas.microsoft.com/office/powerpoint/2010/main" val="94151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71CA6B-CB4A-3B3A-8618-B2DF3026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硬幣</a:t>
            </a:r>
            <a:r>
              <a:rPr lang="en-US" altLang="zh-TW" dirty="0"/>
              <a:t>AI</a:t>
            </a:r>
            <a:r>
              <a:rPr lang="zh-TW" altLang="en-US" dirty="0"/>
              <a:t>模型預測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7CC6A9-729F-4230-B1DA-307890B00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依老師給的程式及資料集進行訓練，可得到訓練模型，輸入單一硬幣圖片後可回報正反面資訊，再將驗證程式整合進找圓程式中，透過把每個圓的</a:t>
            </a:r>
            <a:r>
              <a:rPr lang="en-US" altLang="zh-TW" dirty="0"/>
              <a:t>ROI</a:t>
            </a:r>
            <a:r>
              <a:rPr lang="zh-TW" altLang="en-US" dirty="0"/>
              <a:t>視為單一硬幣圖片輸入給驗證程式，再將結果顯示於圖片中。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2004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E8B78-48EC-2BA7-1A2A-D41EA2465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002665D-0A25-8E2A-79A1-8F446943B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2962" b="33604"/>
          <a:stretch>
            <a:fillRect/>
          </a:stretch>
        </p:blipFill>
        <p:spPr>
          <a:xfrm>
            <a:off x="2619594" y="1853754"/>
            <a:ext cx="6952812" cy="4199727"/>
          </a:xfrm>
        </p:spPr>
      </p:pic>
    </p:spTree>
    <p:extLst>
      <p:ext uri="{BB962C8B-B14F-4D97-AF65-F5344CB8AC3E}">
        <p14:creationId xmlns:p14="http://schemas.microsoft.com/office/powerpoint/2010/main" val="4244699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F12338-0D9C-325D-87C2-429CD671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0BA88B5-C4F5-BC84-25E2-8245028EA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3103" b="33923"/>
          <a:stretch>
            <a:fillRect/>
          </a:stretch>
        </p:blipFill>
        <p:spPr>
          <a:xfrm>
            <a:off x="2744995" y="1941697"/>
            <a:ext cx="6702010" cy="4037356"/>
          </a:xfrm>
        </p:spPr>
      </p:pic>
    </p:spTree>
    <p:extLst>
      <p:ext uri="{BB962C8B-B14F-4D97-AF65-F5344CB8AC3E}">
        <p14:creationId xmlns:p14="http://schemas.microsoft.com/office/powerpoint/2010/main" val="313131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107014-A48D-1D6E-D3E2-BF45F1D5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9AB4E5-0988-B6F5-A36E-1FC0A942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本次開發歷程，成功訓練模型，並成功驗證，加上整合昨天的程式，顯示出一個有含前處理的辨識程式。</a:t>
            </a:r>
          </a:p>
        </p:txBody>
      </p:sp>
    </p:spTree>
    <p:extLst>
      <p:ext uri="{BB962C8B-B14F-4D97-AF65-F5344CB8AC3E}">
        <p14:creationId xmlns:p14="http://schemas.microsoft.com/office/powerpoint/2010/main" val="2695542637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{C66E7577-F41E-4F3B-AD92-8068B8FDEAB3}TFc986dd65-aaf0-4d5c-bef9-9c391ee05f7b3aeb5a68-cd056cba05db</Template>
  <TotalTime>62</TotalTime>
  <Words>253</Words>
  <Application>Microsoft Office PowerPoint</Application>
  <PresentationFormat>寬螢幕</PresentationFormat>
  <Paragraphs>18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圖庫</vt:lpstr>
      <vt:lpstr>硬幣分類及辨識</vt:lpstr>
      <vt:lpstr>專案目標</vt:lpstr>
      <vt:lpstr>找圓方式</vt:lpstr>
      <vt:lpstr>硬幣AI模型預測</vt:lpstr>
      <vt:lpstr>PowerPoint 簡報</vt:lpstr>
      <vt:lpstr>PowerPoint 簡報</vt:lpstr>
      <vt:lpstr>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chen</dc:creator>
  <cp:lastModifiedBy>alan chen</cp:lastModifiedBy>
  <cp:revision>5</cp:revision>
  <dcterms:created xsi:type="dcterms:W3CDTF">2025-12-10T08:52:45Z</dcterms:created>
  <dcterms:modified xsi:type="dcterms:W3CDTF">2025-12-11T09:05:40Z</dcterms:modified>
</cp:coreProperties>
</file>